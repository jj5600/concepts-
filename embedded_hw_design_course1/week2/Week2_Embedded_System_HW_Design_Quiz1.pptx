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5"/>
  </p:notesMasterIdLst>
  <p:sldIdLst>
    <p:sldId id="264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nd and Lines Theme" id="{E7546378-863D-4945-B3D5-D8316AE26359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0E6"/>
    <a:srgbClr val="F5F0E6"/>
    <a:srgbClr val="D462AD"/>
    <a:srgbClr val="00C6D7"/>
    <a:srgbClr val="00629B"/>
    <a:srgbClr val="182B49"/>
    <a:srgbClr val="162B48"/>
    <a:srgbClr val="FC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/>
    <p:restoredTop sz="46505"/>
  </p:normalViewPr>
  <p:slideViewPr>
    <p:cSldViewPr snapToGrid="0">
      <p:cViewPr varScale="1">
        <p:scale>
          <a:sx n="52" d="100"/>
          <a:sy n="52" d="100"/>
        </p:scale>
        <p:origin x="30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8D6E-A2CE-2347-BED1-AD58D8127801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0A2BD-9294-044F-9EAE-3D61CCCA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B1C64-0C08-A7E4-F559-39822570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C19A8-DC91-6D83-1EFB-1FB9D1C4D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28675-FFB0-4279-F1BE-391F8200C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F21BB-486E-DA98-752B-72189C42B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209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3985-ED02-ED85-37FF-3EC94DFF0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3F1A0-7D11-8E72-421C-B864E376D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CC533-8833-088E-4399-CF80DE28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7BA1-E3A2-7B08-35FD-ABF05425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D0B2-B2F0-31A5-CA65-6B4D700C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0950D4-115C-B5A0-FCE3-CB89A53F0CF6}"/>
              </a:ext>
            </a:extLst>
          </p:cNvPr>
          <p:cNvGrpSpPr/>
          <p:nvPr userDrawn="1"/>
        </p:nvGrpSpPr>
        <p:grpSpPr>
          <a:xfrm>
            <a:off x="10431483" y="67846"/>
            <a:ext cx="1706956" cy="613192"/>
            <a:chOff x="1259806" y="4429919"/>
            <a:chExt cx="2292863" cy="823668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9D49F99-34B2-0123-A367-D7F51C82CFB4}"/>
                </a:ext>
              </a:extLst>
            </p:cNvPr>
            <p:cNvSpPr/>
            <p:nvPr/>
          </p:nvSpPr>
          <p:spPr>
            <a:xfrm>
              <a:off x="1259806" y="4429919"/>
              <a:ext cx="2292863" cy="8236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close-up of a logo&#10;&#10;Description automatically generated">
              <a:extLst>
                <a:ext uri="{FF2B5EF4-FFF2-40B4-BE49-F238E27FC236}">
                  <a16:creationId xmlns:a16="http://schemas.microsoft.com/office/drawing/2014/main" id="{97D1569F-1F22-3A47-0A92-940448DF86C6}"/>
                </a:ext>
              </a:extLst>
            </p:cNvPr>
            <p:cNvPicPr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337933" y="4527392"/>
              <a:ext cx="2136608" cy="6287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478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9389-4C6F-E75B-6D2B-F580B134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F4F6-DDA7-06C2-8DC3-B8DFE1FE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A7C42-6FC7-AE56-810A-23235030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5F26-B8DE-F6A5-6ECD-C95FAEEC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93E4-CE8F-9BFC-62F5-32597413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6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B29-4B9C-311F-6B6F-1BEAF407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4C28-A1E1-35A5-128A-DA8B3838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6011D-C043-4AEF-FC46-6BA5749C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A820-8B81-0A88-D2F9-CA6D1DD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F571-B65D-456D-08C1-6E9F62A1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3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B29-4B9C-311F-6B6F-1BEAF407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4C28-A1E1-35A5-128A-DA8B3838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6011D-C043-4AEF-FC46-6BA5749C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A820-8B81-0A88-D2F9-CA6D1DD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F571-B65D-456D-08C1-6E9F62A1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84B5-53BB-857B-375A-A5416C01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0E8C-A019-F7B2-957E-BCB179563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C0F87-B6A8-DA09-2C54-499C72E45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056C-9B78-5681-4E70-8E5F0F3B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B78ED-0C80-F58B-4C94-1C336EDF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A17CD-3292-3E9A-8A7E-EBA1AB9B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0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FFFB-800B-B084-9963-1689ABF9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253AC-4EF5-0E6A-7CF4-FC91E65A4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C036F-C1E1-75F1-7352-0DD96EFF3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AC18B-4D2C-01FC-A58D-3025B3AB2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91B13-BA23-B85B-BAEE-C767DA571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61888-B230-358F-8ADF-14E8691C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54A26-2D96-F6E7-67C8-CD4BB5B9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7749E-D352-C24B-0C3A-6A460E8A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9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5DCE-69AA-BE05-9E91-B9655733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5E0D9-2D45-D9E0-1214-8AB4B998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124AA-864F-ECD9-6A67-F8F8E84D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CCED5-054A-8F1F-A7E5-55DAA078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0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DBFF5-C9E2-9F2C-0BEE-BAB346A7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773E5-1FA4-1335-DE67-F02D67E7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368AC-8A5E-6682-A5C4-9C0BC9F4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8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EB14-2EBE-2968-A67F-D9564E77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DD8FA-E3AF-3429-BC62-250E45BE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0AF25-CFB6-E20B-D535-97793D51D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41F95-6C79-A842-26C0-5D6907DD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1BA3-6406-838C-3F9B-6F65E411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71688-EF9F-9A6C-99BF-90FBB628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4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3C43-4CD0-B851-18D3-B407AE90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7DC7E-128F-092C-2F36-E4A1D84CE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3DD6E-B9AF-CFF5-4B1E-516F626CC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C3BAF-C309-D7B5-F5A4-9C49D641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F4740-891E-29BA-FE61-E8B1DC09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B072-DF3E-7108-FADA-8192F05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3AC2-1FD0-269A-30BF-EDF8E425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F7E62-CFCE-E2EB-A77B-92222108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3071A-BC41-7E02-9D99-666DAF0F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5D539-0064-4E10-6D75-7B156557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C6C8-B43B-5928-EDF6-E61138E4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31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BCED5-773C-AB79-EB4D-AED5A05E4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9BB5D-65D1-F825-5A0C-2C814FB57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5E4A-A0C2-7B8E-2F94-80F616CF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7343E-5E87-DFF6-26A6-07969D1C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0A61A-491B-3B42-13C0-D4527BC5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EB024-F9A9-934E-D0A6-15D54AA4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9FEE9-A5CD-3910-6B75-5CDDEB4F0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6D42-C73C-B961-5A8A-182AB5A47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F6D1FB8F-7662-6C49-94FA-9EC32BC7CDA0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7DE6-826D-B75D-6F06-CEEDFACD0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41D5-F28E-CB88-FD67-23A130AE3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FBD9B0BD-A87D-2F49-85EA-5F608913A4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45F001-4997-D752-D547-F3D8AA0E8CA6}"/>
              </a:ext>
            </a:extLst>
          </p:cNvPr>
          <p:cNvSpPr/>
          <p:nvPr userDrawn="1"/>
        </p:nvSpPr>
        <p:spPr>
          <a:xfrm>
            <a:off x="0" y="6790154"/>
            <a:ext cx="12192000" cy="1182771"/>
          </a:xfrm>
          <a:prstGeom prst="roundRect">
            <a:avLst/>
          </a:prstGeom>
          <a:noFill/>
          <a:ln w="31750">
            <a:solidFill>
              <a:srgbClr val="006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4F2DD3-36D1-C115-C199-20B120DF85F2}"/>
              </a:ext>
            </a:extLst>
          </p:cNvPr>
          <p:cNvSpPr/>
          <p:nvPr userDrawn="1"/>
        </p:nvSpPr>
        <p:spPr>
          <a:xfrm>
            <a:off x="1" y="-940360"/>
            <a:ext cx="12192000" cy="1099805"/>
          </a:xfrm>
          <a:prstGeom prst="roundRect">
            <a:avLst/>
          </a:prstGeom>
          <a:noFill/>
          <a:ln w="47625">
            <a:solidFill>
              <a:srgbClr val="00C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C6D7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C485C2-D981-6433-6F7A-AEA09FD4FD53}"/>
              </a:ext>
            </a:extLst>
          </p:cNvPr>
          <p:cNvSpPr/>
          <p:nvPr userDrawn="1"/>
        </p:nvSpPr>
        <p:spPr>
          <a:xfrm>
            <a:off x="0" y="-1020597"/>
            <a:ext cx="12192000" cy="1099805"/>
          </a:xfrm>
          <a:prstGeom prst="roundRect">
            <a:avLst/>
          </a:prstGeom>
          <a:noFill/>
          <a:ln w="31750">
            <a:solidFill>
              <a:srgbClr val="D46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C6D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547D8-4F3F-EBF8-2585-E4FAA509A46A}"/>
              </a:ext>
            </a:extLst>
          </p:cNvPr>
          <p:cNvSpPr txBox="1"/>
          <p:nvPr userDrawn="1"/>
        </p:nvSpPr>
        <p:spPr>
          <a:xfrm>
            <a:off x="0" y="6613753"/>
            <a:ext cx="285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E7F0E6"/>
                </a:solidFill>
              </a:rPr>
              <a:t>Template designed by Tim Palmer </a:t>
            </a:r>
            <a:r>
              <a:rPr lang="en-US" sz="800" dirty="0" err="1">
                <a:solidFill>
                  <a:srgbClr val="E7F0E6"/>
                </a:solidFill>
              </a:rPr>
              <a:t>tpalmer@ucsd.edu</a:t>
            </a:r>
            <a:endParaRPr lang="en-US" sz="800" dirty="0">
              <a:solidFill>
                <a:srgbClr val="E7F0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89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8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Embedded System HW Design Week2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Quiz #1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1. What are the key differences between </a:t>
            </a:r>
            <a:r>
              <a:rPr lang="en-US" b="1" dirty="0"/>
              <a:t>specification</a:t>
            </a:r>
            <a:r>
              <a:rPr lang="en-US" dirty="0"/>
              <a:t> and </a:t>
            </a:r>
            <a:r>
              <a:rPr lang="en-US" b="1" dirty="0"/>
              <a:t>architecture</a:t>
            </a:r>
            <a:r>
              <a:rPr lang="en-US" dirty="0"/>
              <a:t>?</a:t>
            </a:r>
          </a:p>
          <a:p>
            <a:pPr fontAlgn="base"/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2. a) At what level of the design methodology</a:t>
            </a:r>
            <a:br>
              <a:rPr lang="en-US" dirty="0"/>
            </a:br>
            <a:r>
              <a:rPr lang="en-US" dirty="0"/>
              <a:t>        would you decide what type of CPU to  use?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    b) What are the differences between </a:t>
            </a:r>
            <a:r>
              <a:rPr lang="en-US" b="1" dirty="0"/>
              <a:t>functional</a:t>
            </a:r>
            <a:r>
              <a:rPr lang="en-US" dirty="0"/>
              <a:t> and </a:t>
            </a:r>
            <a:r>
              <a:rPr lang="en-US" b="1" dirty="0"/>
              <a:t>non-functional   </a:t>
            </a:r>
            <a:br>
              <a:rPr lang="en-US" b="1" dirty="0"/>
            </a:br>
            <a:r>
              <a:rPr lang="en-US" b="1" dirty="0"/>
              <a:t>        requirement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Embedded System HW Design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Week2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Quiz #1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What are the pros and cons of </a:t>
            </a:r>
            <a:r>
              <a:rPr lang="en-US" b="1" dirty="0"/>
              <a:t>top-down</a:t>
            </a:r>
            <a:r>
              <a:rPr lang="en-US" dirty="0"/>
              <a:t> and </a:t>
            </a:r>
            <a:r>
              <a:rPr lang="en-US" b="1" dirty="0"/>
              <a:t>bottom-up</a:t>
            </a:r>
            <a:r>
              <a:rPr lang="en-US" dirty="0"/>
              <a:t> design process?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4. Describe 3 risks of selecting hardware components too early in the design process.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9BCE-519D-C527-6A8A-61EDED71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0B07-49AC-11D3-B7ED-9E2D5A55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Embedded System HW Design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Week2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Quiz #1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8813-4A55-A6F4-C777-E00641D0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Give one situation where using a COTS module is the </a:t>
            </a:r>
            <a:r>
              <a:rPr lang="en-US" i="1" dirty="0"/>
              <a:t>wrong</a:t>
            </a:r>
            <a:r>
              <a:rPr lang="en-US" dirty="0"/>
              <a:t> choice, even if it works technically. Explain what risk it creates (lifecycle, cost, vendor lock-in, integration, etc.).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5472503"/>
      </p:ext>
    </p:extLst>
  </p:cSld>
  <p:clrMapOvr>
    <a:masterClrMapping/>
  </p:clrMapOvr>
</p:sld>
</file>

<file path=ppt/theme/theme1.xml><?xml version="1.0" encoding="utf-8"?>
<a:theme xmlns:a="http://schemas.openxmlformats.org/drawingml/2006/main" name="Sand and Lines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19164</TotalTime>
  <Words>153</Words>
  <Application>Microsoft Macintosh PowerPoint</Application>
  <PresentationFormat>Widescreen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Source Sans Pro</vt:lpstr>
      <vt:lpstr>Sand and Lines Theme</vt:lpstr>
      <vt:lpstr>Embedded System HW Design Week2  Quiz #1</vt:lpstr>
      <vt:lpstr>Embedded System HW Design Week2  Quiz #1</vt:lpstr>
      <vt:lpstr>Embedded System HW Design Week2  Quiz #1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Palmer</dc:creator>
  <cp:lastModifiedBy>Saleem M Yamani</cp:lastModifiedBy>
  <cp:revision>45</cp:revision>
  <dcterms:created xsi:type="dcterms:W3CDTF">2024-08-26T22:26:25Z</dcterms:created>
  <dcterms:modified xsi:type="dcterms:W3CDTF">2026-01-12T05:37:21Z</dcterms:modified>
</cp:coreProperties>
</file>