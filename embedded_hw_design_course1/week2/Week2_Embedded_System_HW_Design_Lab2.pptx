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6" r:id="rId1"/>
  </p:sldMasterIdLst>
  <p:notesMasterIdLst>
    <p:notesMasterId r:id="rId4"/>
  </p:notesMasterIdLst>
  <p:sldIdLst>
    <p:sldId id="264" r:id="rId2"/>
    <p:sldId id="265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and and Lines Theme" id="{E7546378-863D-4945-B3D5-D8316AE26359}">
          <p14:sldIdLst>
            <p14:sldId id="264"/>
            <p14:sldId id="26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7F0E6"/>
    <a:srgbClr val="F5F0E6"/>
    <a:srgbClr val="D462AD"/>
    <a:srgbClr val="00C6D7"/>
    <a:srgbClr val="00629B"/>
    <a:srgbClr val="182B49"/>
    <a:srgbClr val="162B48"/>
    <a:srgbClr val="FC8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730"/>
    <p:restoredTop sz="96148"/>
  </p:normalViewPr>
  <p:slideViewPr>
    <p:cSldViewPr snapToGrid="0">
      <p:cViewPr varScale="1">
        <p:scale>
          <a:sx n="117" d="100"/>
          <a:sy n="117" d="100"/>
        </p:scale>
        <p:origin x="50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7728D6E-A2CE-2347-BED1-AD58D8127801}" type="datetimeFigureOut">
              <a:rPr lang="en-US" smtClean="0"/>
              <a:t>1/11/26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4D0A2BD-9294-044F-9EAE-3D61CCCADA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47947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32E65D-FC41-9726-7BB7-D4186655E7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0324DFC-CC8C-F56D-D23B-6B030780AE1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8B44172-1AB0-EDA6-213A-554D52F53C6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BAA253-36F4-5C76-C29E-448FBE2CE82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291305389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123985-ED02-ED85-37FF-3EC94DFF063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F23F1A0-7D11-8E72-421C-B864E376D96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ACC533-8833-088E-4399-CF80DE2846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D1FB8F-7662-6C49-94FA-9EC32BC7CDA0}" type="datetimeFigureOut">
              <a:rPr lang="en-US" smtClean="0"/>
              <a:t>1/11/26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937BA1-E3A2-7B08-35FD-ABF05425A4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A5D0B2-B2F0-31A5-CA65-6B4D700CCE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D9B0BD-A87D-2F49-85EA-5F608913A422}" type="slidenum">
              <a:rPr lang="en-US" smtClean="0"/>
              <a:t>‹#›</a:t>
            </a:fld>
            <a:endParaRPr lang="en-US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850950D4-115C-B5A0-FCE3-CB89A53F0CF6}"/>
              </a:ext>
            </a:extLst>
          </p:cNvPr>
          <p:cNvGrpSpPr/>
          <p:nvPr userDrawn="1"/>
        </p:nvGrpSpPr>
        <p:grpSpPr>
          <a:xfrm>
            <a:off x="10431483" y="67846"/>
            <a:ext cx="1706956" cy="613192"/>
            <a:chOff x="1259806" y="4429919"/>
            <a:chExt cx="2292863" cy="823668"/>
          </a:xfrm>
        </p:grpSpPr>
        <p:sp>
          <p:nvSpPr>
            <p:cNvPr id="8" name="Rounded Rectangle 7">
              <a:extLst>
                <a:ext uri="{FF2B5EF4-FFF2-40B4-BE49-F238E27FC236}">
                  <a16:creationId xmlns:a16="http://schemas.microsoft.com/office/drawing/2014/main" id="{19D49F99-34B2-0123-A367-D7F51C82CFB4}"/>
                </a:ext>
              </a:extLst>
            </p:cNvPr>
            <p:cNvSpPr/>
            <p:nvPr/>
          </p:nvSpPr>
          <p:spPr>
            <a:xfrm>
              <a:off x="1259806" y="4429919"/>
              <a:ext cx="2292863" cy="823668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Picture 8" descr="A close-up of a logo&#10;&#10;Description automatically generated">
              <a:extLst>
                <a:ext uri="{FF2B5EF4-FFF2-40B4-BE49-F238E27FC236}">
                  <a16:creationId xmlns:a16="http://schemas.microsoft.com/office/drawing/2014/main" id="{97D1569F-1F22-3A47-0A92-940448DF86C6}"/>
                </a:ext>
              </a:extLst>
            </p:cNvPr>
            <p:cNvPicPr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1337933" y="4527392"/>
              <a:ext cx="2136608" cy="62872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1247855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069389-4C6F-E75B-6D2B-F580B13414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6FF4F6-DDA7-06C2-8DC3-B8DFE1FE73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DA7C42-6FC7-AE56-810A-232350301A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D1FB8F-7662-6C49-94FA-9EC32BC7CDA0}" type="datetimeFigureOut">
              <a:rPr lang="en-US" smtClean="0"/>
              <a:t>1/11/26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F55F26-B8DE-F6A5-6ECD-C95FAEEC8C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DA93E4-CE8F-9BFC-62F5-32597413C6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D9B0BD-A87D-2F49-85EA-5F608913A4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10671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02EB29-4B9C-311F-6B6F-1BEAF40706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2A34C28-A1E1-35A5-128A-DA8B38386E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16011D-C043-4AEF-FC46-6BA5749CBE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D1FB8F-7662-6C49-94FA-9EC32BC7CDA0}" type="datetimeFigureOut">
              <a:rPr lang="en-US" smtClean="0"/>
              <a:t>1/11/26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B1A820-8B81-0A88-D2F9-CA6D1DDA6B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98F571-B65D-456D-08C1-6E9F62A13C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D9B0BD-A87D-2F49-85EA-5F608913A4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40355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02EB29-4B9C-311F-6B6F-1BEAF40706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2A34C28-A1E1-35A5-128A-DA8B38386E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16011D-C043-4AEF-FC46-6BA5749CBE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D1FB8F-7662-6C49-94FA-9EC32BC7CDA0}" type="datetimeFigureOut">
              <a:rPr lang="en-US" smtClean="0"/>
              <a:t>1/11/26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B1A820-8B81-0A88-D2F9-CA6D1DDA6B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98F571-B65D-456D-08C1-6E9F62A13C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D9B0BD-A87D-2F49-85EA-5F608913A4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01530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Pr>
        <a:solidFill>
          <a:srgbClr val="F5F0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2B84B5-53BB-857B-375A-A5416C01ED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780E8C-A019-F7B2-957E-BCB179563CA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C3C0F87-B6A8-DA09-2C54-499C72E454B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8DA056C-9B78-5681-4E70-8E5F0F3B44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D1FB8F-7662-6C49-94FA-9EC32BC7CDA0}" type="datetimeFigureOut">
              <a:rPr lang="en-US" smtClean="0"/>
              <a:t>1/11/26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F6B78ED-0C80-F58B-4C94-1C336EDF6E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7EA17CD-3292-3E9A-8A7E-EBA1AB9B60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D9B0BD-A87D-2F49-85EA-5F608913A4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08015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62FFFB-800B-B084-9963-1689ABF9AD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D253AC-4EF5-0E6A-7CF4-FC91E65A48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E4C036F-C1E1-75F1-7352-0DD96EFF3D9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B1AC18B-4D2C-01FC-A58D-3025B3AB24C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D791B13-BA23-B85B-BAEE-C767DA57117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2061888-B230-358F-8ADF-14E8691CCB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D1FB8F-7662-6C49-94FA-9EC32BC7CDA0}" type="datetimeFigureOut">
              <a:rPr lang="en-US" smtClean="0"/>
              <a:t>1/11/26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4754A26-2D96-F6E7-67C8-CD4BB5B9F6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A97749E-D352-C24B-0C3A-6A460E8A1A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D9B0BD-A87D-2F49-85EA-5F608913A4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58916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6C5DCE-69AA-BE05-9E91-B96557338A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045E0D9-2D45-D9E0-1214-8AB4B998E0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D1FB8F-7662-6C49-94FA-9EC32BC7CDA0}" type="datetimeFigureOut">
              <a:rPr lang="en-US" smtClean="0"/>
              <a:t>1/11/26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A7124AA-864F-ECD9-6A67-F8F8E84D93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10CCED5-054A-8F1F-A7E5-55DAA07872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D9B0BD-A87D-2F49-85EA-5F608913A4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40077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8ADBFF5-C9E2-9F2C-0BEE-BAB346A750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D1FB8F-7662-6C49-94FA-9EC32BC7CDA0}" type="datetimeFigureOut">
              <a:rPr lang="en-US" smtClean="0"/>
              <a:t>1/11/26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77773E5-1FA4-1335-DE67-F02D67E7CC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F368AC-8A5E-6682-A5C4-9C0BC9F475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D9B0BD-A87D-2F49-85EA-5F608913A4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12885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F9EB14-2EBE-2968-A67F-D9564E77A7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3DD8FA-E3AF-3429-BC62-250E45BE08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EB0AF25-CFB6-E20B-D535-97793D51DC8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2F41F95-6C79-A842-26C0-5D6907DDE4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D1FB8F-7662-6C49-94FA-9EC32BC7CDA0}" type="datetimeFigureOut">
              <a:rPr lang="en-US" smtClean="0"/>
              <a:t>1/11/26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A891BA3-6406-838C-3F9B-6F65E41199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1671688-EF9F-9A6C-99BF-90FBB62815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D9B0BD-A87D-2F49-85EA-5F608913A4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04467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863C43-4CD0-B851-18D3-B407AE9078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927DC7E-128F-092C-2F36-E4A1D84CE50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F13DD6E-B9AF-CFF5-4B1E-516F626CCAB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5BC3BAF-C309-D7B5-F5A4-9C49D6416A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D1FB8F-7662-6C49-94FA-9EC32BC7CDA0}" type="datetimeFigureOut">
              <a:rPr lang="en-US" smtClean="0"/>
              <a:t>1/11/26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CCF4740-891E-29BA-FE61-E8B1DC09CB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AC1B072-DF3E-7108-FADA-8192F05AB0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D9B0BD-A87D-2F49-85EA-5F608913A4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25331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5D3AC2-1FD0-269A-30BF-EDF8E42508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54F7E62-CFCE-E2EB-A77B-92222108990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43071A-BC41-7E02-9D99-666DAF0FB4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D1FB8F-7662-6C49-94FA-9EC32BC7CDA0}" type="datetimeFigureOut">
              <a:rPr lang="en-US" smtClean="0"/>
              <a:t>1/11/26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75D539-0064-4E10-6D75-7B15655776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8DC6C8-B43B-5928-EDF6-E61138E4BC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D9B0BD-A87D-2F49-85EA-5F608913A4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193121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E3BCED5-773C-AB79-EB4D-AED5A05E476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319BB5D-65D1-F825-5A0C-2C814FB5759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5B5E4A-A0C2-7B8E-2F94-80F616CFD8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D1FB8F-7662-6C49-94FA-9EC32BC7CDA0}" type="datetimeFigureOut">
              <a:rPr lang="en-US" smtClean="0"/>
              <a:t>1/11/26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57343E-5E87-DFF6-26A6-07969D1C6B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50A61A-491B-3B42-13C0-D4527BC57F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D9B0BD-A87D-2F49-85EA-5F608913A4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2608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5F0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33EB024-F9A9-934E-D0A6-15D54AA43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C9FEE9-A5CD-3910-6B75-5CDDEB4F01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1C6D42-C73C-B961-5A8A-182AB5A4763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rgbClr val="182B49"/>
                </a:solidFill>
                <a:latin typeface="Source Sans Pro" panose="020B0503030403020204" pitchFamily="34" charset="0"/>
                <a:ea typeface="Source Sans Pro" panose="020B0503030403020204" pitchFamily="34" charset="0"/>
              </a:defRPr>
            </a:lvl1pPr>
          </a:lstStyle>
          <a:p>
            <a:fld id="{F6D1FB8F-7662-6C49-94FA-9EC32BC7CDA0}" type="datetimeFigureOut">
              <a:rPr lang="en-US" smtClean="0"/>
              <a:pPr/>
              <a:t>1/11/26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787DE6-826D-B75D-6F06-CEEDFACD05A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rgbClr val="182B49"/>
                </a:solidFill>
                <a:latin typeface="Source Sans Pro" panose="020B0503030403020204" pitchFamily="34" charset="0"/>
                <a:ea typeface="Source Sans Pro" panose="020B050303040302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8A41D5-F28E-CB88-FD67-23A130AE38F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rgbClr val="182B49"/>
                </a:solidFill>
                <a:latin typeface="Source Sans Pro" panose="020B0503030403020204" pitchFamily="34" charset="0"/>
                <a:ea typeface="Source Sans Pro" panose="020B0503030403020204" pitchFamily="34" charset="0"/>
              </a:defRPr>
            </a:lvl1pPr>
          </a:lstStyle>
          <a:p>
            <a:fld id="{FBD9B0BD-A87D-2F49-85EA-5F608913A42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8C45F001-4997-D752-D547-F3D8AA0E8CA6}"/>
              </a:ext>
            </a:extLst>
          </p:cNvPr>
          <p:cNvSpPr/>
          <p:nvPr userDrawn="1"/>
        </p:nvSpPr>
        <p:spPr>
          <a:xfrm>
            <a:off x="0" y="6790154"/>
            <a:ext cx="12192000" cy="1182771"/>
          </a:xfrm>
          <a:prstGeom prst="roundRect">
            <a:avLst/>
          </a:prstGeom>
          <a:noFill/>
          <a:ln w="31750">
            <a:solidFill>
              <a:srgbClr val="00629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A84F2DD3-36D1-C115-C199-20B120DF85F2}"/>
              </a:ext>
            </a:extLst>
          </p:cNvPr>
          <p:cNvSpPr/>
          <p:nvPr userDrawn="1"/>
        </p:nvSpPr>
        <p:spPr>
          <a:xfrm>
            <a:off x="1" y="-940360"/>
            <a:ext cx="12192000" cy="1099805"/>
          </a:xfrm>
          <a:prstGeom prst="roundRect">
            <a:avLst/>
          </a:prstGeom>
          <a:noFill/>
          <a:ln w="47625">
            <a:solidFill>
              <a:srgbClr val="00C6D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0C6D7"/>
              </a:solidFill>
            </a:endParaRP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ADC485C2-D981-6433-6F7A-AEA09FD4FD53}"/>
              </a:ext>
            </a:extLst>
          </p:cNvPr>
          <p:cNvSpPr/>
          <p:nvPr userDrawn="1"/>
        </p:nvSpPr>
        <p:spPr>
          <a:xfrm>
            <a:off x="0" y="-1020597"/>
            <a:ext cx="12192000" cy="1099805"/>
          </a:xfrm>
          <a:prstGeom prst="roundRect">
            <a:avLst/>
          </a:prstGeom>
          <a:noFill/>
          <a:ln w="31750">
            <a:solidFill>
              <a:srgbClr val="D462A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0C6D7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FB547D8-4F3F-EBF8-2585-E4FAA509A46A}"/>
              </a:ext>
            </a:extLst>
          </p:cNvPr>
          <p:cNvSpPr txBox="1"/>
          <p:nvPr userDrawn="1"/>
        </p:nvSpPr>
        <p:spPr>
          <a:xfrm>
            <a:off x="0" y="6613753"/>
            <a:ext cx="285750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800" dirty="0">
                <a:solidFill>
                  <a:srgbClr val="E7F0E6"/>
                </a:solidFill>
              </a:rPr>
              <a:t>Template designed by Tim Palmer </a:t>
            </a:r>
            <a:r>
              <a:rPr lang="en-US" sz="800" dirty="0" err="1">
                <a:solidFill>
                  <a:srgbClr val="E7F0E6"/>
                </a:solidFill>
              </a:rPr>
              <a:t>tpalmer@ucsd.edu</a:t>
            </a:r>
            <a:endParaRPr lang="en-US" sz="800" dirty="0">
              <a:solidFill>
                <a:srgbClr val="E7F0E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878930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  <p:sldLayoutId id="2147483678" r:id="rId4"/>
    <p:sldLayoutId id="2147483670" r:id="rId5"/>
    <p:sldLayoutId id="2147483671" r:id="rId6"/>
    <p:sldLayoutId id="2147483672" r:id="rId7"/>
    <p:sldLayoutId id="2147483673" r:id="rId8"/>
    <p:sldLayoutId id="2147483674" r:id="rId9"/>
    <p:sldLayoutId id="2147483675" r:id="rId10"/>
    <p:sldLayoutId id="2147483676" r:id="rId11"/>
    <p:sldLayoutId id="2147483677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rgbClr val="182B49"/>
          </a:solidFill>
          <a:latin typeface="Source Sans Pro" panose="020B0503030403020204" pitchFamily="34" charset="0"/>
          <a:ea typeface="Source Sans Pro" panose="020B0503030403020204" pitchFamily="34" charset="0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rgbClr val="182B49"/>
          </a:solidFill>
          <a:latin typeface="Source Sans Pro" panose="020B0503030403020204" pitchFamily="34" charset="0"/>
          <a:ea typeface="Source Sans Pro" panose="020B0503030403020204" pitchFamily="34" charset="0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rgbClr val="182B49"/>
          </a:solidFill>
          <a:latin typeface="Source Sans Pro" panose="020B0503030403020204" pitchFamily="34" charset="0"/>
          <a:ea typeface="Source Sans Pro" panose="020B0503030403020204" pitchFamily="34" charset="0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rgbClr val="182B49"/>
          </a:solidFill>
          <a:latin typeface="Source Sans Pro" panose="020B0503030403020204" pitchFamily="34" charset="0"/>
          <a:ea typeface="Source Sans Pro" panose="020B0503030403020204" pitchFamily="34" charset="0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182B49"/>
          </a:solidFill>
          <a:latin typeface="Source Sans Pro" panose="020B0503030403020204" pitchFamily="34" charset="0"/>
          <a:ea typeface="Source Sans Pro" panose="020B0503030403020204" pitchFamily="34" charset="0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182B49"/>
          </a:solidFill>
          <a:latin typeface="Source Sans Pro" panose="020B0503030403020204" pitchFamily="34" charset="0"/>
          <a:ea typeface="Source Sans Pro" panose="020B0503030403020204" pitchFamily="34" charset="0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extcanvas.ucsd.edu/courses/35738/files?preview=21827797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Week 2 Lab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US" dirty="0"/>
              <a:t>Download the </a:t>
            </a:r>
            <a:r>
              <a:rPr lang="en-US" b="1" dirty="0"/>
              <a:t>latest stable version </a:t>
            </a:r>
            <a:r>
              <a:rPr lang="en-US" dirty="0"/>
              <a:t>of </a:t>
            </a:r>
            <a:r>
              <a:rPr lang="en-US" dirty="0" err="1"/>
              <a:t>KiCAD</a:t>
            </a:r>
            <a:r>
              <a:rPr lang="en-US" dirty="0"/>
              <a:t> from </a:t>
            </a:r>
            <a:br>
              <a:rPr lang="en-US" dirty="0"/>
            </a:br>
            <a:r>
              <a:rPr lang="en-US" dirty="0"/>
              <a:t>https://</a:t>
            </a:r>
            <a:r>
              <a:rPr lang="en-US" dirty="0" err="1"/>
              <a:t>www.kicad.org</a:t>
            </a:r>
            <a:r>
              <a:rPr lang="en-US" dirty="0"/>
              <a:t>/</a:t>
            </a:r>
            <a:br>
              <a:rPr lang="en-US" dirty="0"/>
            </a:br>
            <a:endParaRPr lang="en-US" dirty="0"/>
          </a:p>
          <a:p>
            <a:r>
              <a:rPr lang="en-US" b="1" dirty="0"/>
              <a:t>Create a New </a:t>
            </a:r>
            <a:r>
              <a:rPr lang="en-US" b="1" dirty="0" err="1"/>
              <a:t>KiCad</a:t>
            </a:r>
            <a:r>
              <a:rPr lang="en-US" b="1" dirty="0"/>
              <a:t> Project</a:t>
            </a:r>
          </a:p>
          <a:p>
            <a:r>
              <a:rPr lang="en-US" dirty="0"/>
              <a:t>Project name:</a:t>
            </a:r>
            <a:br>
              <a:rPr lang="en-US" dirty="0"/>
            </a:br>
            <a:r>
              <a:rPr lang="en-US" dirty="0"/>
              <a:t>STM32_Discovery_System_Schematic</a:t>
            </a:r>
          </a:p>
          <a:p>
            <a:r>
              <a:rPr lang="en-US" dirty="0"/>
              <a:t>Open the </a:t>
            </a:r>
            <a:r>
              <a:rPr lang="en-US" b="1" dirty="0"/>
              <a:t>Schematic Editor</a:t>
            </a:r>
            <a:br>
              <a:rPr lang="en-US" b="1" dirty="0"/>
            </a:br>
            <a:br>
              <a:rPr lang="en-US" b="1" dirty="0"/>
            </a:br>
            <a:r>
              <a:rPr lang="en-US" b="1" dirty="0"/>
              <a:t>Place the Core Components, exact pin matching is not required.</a:t>
            </a:r>
          </a:p>
          <a:p>
            <a:r>
              <a:rPr lang="en-US" dirty="0"/>
              <a:t>Using the Schematic editor tool </a:t>
            </a:r>
            <a:br>
              <a:rPr lang="en-US" dirty="0"/>
            </a:br>
            <a:r>
              <a:rPr lang="en-US" dirty="0"/>
              <a:t>1. Place the microcontroller STM32L4S5VIT6 in the middle of the schematic drawing</a:t>
            </a:r>
          </a:p>
          <a:p>
            <a:pPr marL="0" indent="0">
              <a:buNone/>
            </a:pPr>
            <a:r>
              <a:rPr lang="en-US" dirty="0"/>
              <a:t>     2. Place +3.3V power symbol</a:t>
            </a:r>
          </a:p>
          <a:p>
            <a:pPr marL="0" indent="0">
              <a:buNone/>
            </a:pPr>
            <a:r>
              <a:rPr lang="en-US" dirty="0"/>
              <a:t>     3. Place GND symbol</a:t>
            </a:r>
          </a:p>
          <a:p>
            <a:pPr marL="0" indent="0">
              <a:buNone/>
            </a:pPr>
            <a:r>
              <a:rPr lang="en-US" dirty="0"/>
              <a:t>     4. Generic I²C sensor (</a:t>
            </a:r>
            <a:r>
              <a:rPr lang="en-US" dirty="0" err="1"/>
              <a:t>e.g</a:t>
            </a:r>
            <a:r>
              <a:rPr lang="en-US" dirty="0"/>
              <a:t> </a:t>
            </a:r>
            <a:r>
              <a:rPr lang="en-US"/>
              <a:t>temperature sensor)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   5. LED + resistor</a:t>
            </a:r>
            <a:br>
              <a:rPr lang="en-US" dirty="0"/>
            </a:br>
            <a:endParaRPr lang="en-US" dirty="0"/>
          </a:p>
          <a:p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F13E85-8AE2-723F-7F67-2C3CF9FBE6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A20098-69AF-C5BE-6811-A57DC2E8BF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Week 2 Lab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8FA1ED-8E89-B8AB-46F0-67F47D7342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 Make Logical Connections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 Power → MCU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 Power → Sensor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 Sensor → MCU (I²C: SDA, SCL)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 MCU → LED (GPIO)</a:t>
            </a:r>
          </a:p>
          <a:p>
            <a:r>
              <a:rPr lang="en-US" dirty="0"/>
              <a:t>No pin numbers required</a:t>
            </a:r>
          </a:p>
          <a:p>
            <a:r>
              <a:rPr lang="en-US" dirty="0"/>
              <a:t>No resistor value calculations required</a:t>
            </a:r>
          </a:p>
          <a:p>
            <a:r>
              <a:rPr lang="en-US" dirty="0"/>
              <a:t>Review the </a:t>
            </a:r>
            <a:r>
              <a:rPr lang="en-US" dirty="0">
                <a:hlinkClick r:id="rId3"/>
              </a:rPr>
              <a:t>b-l475e-iot01a1_sch_revD-01.pdf </a:t>
            </a:r>
            <a:r>
              <a:rPr lang="en-US" dirty="0"/>
              <a:t>as reference</a:t>
            </a:r>
            <a:br>
              <a:rPr lang="en-US" dirty="0"/>
            </a:br>
            <a:r>
              <a:rPr lang="en-US" dirty="0"/>
              <a:t>on how the connections are made.</a:t>
            </a:r>
          </a:p>
          <a:p>
            <a:endParaRPr lang="en-US" dirty="0"/>
          </a:p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461082227"/>
      </p:ext>
    </p:extLst>
  </p:cSld>
  <p:clrMapOvr>
    <a:masterClrMapping/>
  </p:clrMapOvr>
</p:sld>
</file>

<file path=ppt/theme/theme1.xml><?xml version="1.0" encoding="utf-8"?>
<a:theme xmlns:a="http://schemas.openxmlformats.org/drawingml/2006/main" name="Sand and Lines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19183</TotalTime>
  <Words>171</Words>
  <Application>Microsoft Macintosh PowerPoint</Application>
  <PresentationFormat>Widescreen</PresentationFormat>
  <Paragraphs>19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Arial</vt:lpstr>
      <vt:lpstr>Source Sans Pro</vt:lpstr>
      <vt:lpstr>Sand and Lines Theme</vt:lpstr>
      <vt:lpstr>Week 2 Lab Overview</vt:lpstr>
      <vt:lpstr>Week 2 Lab Overview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Timothy Palmer</dc:creator>
  <cp:lastModifiedBy>Saleem M Yamani</cp:lastModifiedBy>
  <cp:revision>45</cp:revision>
  <dcterms:created xsi:type="dcterms:W3CDTF">2024-08-26T22:26:25Z</dcterms:created>
  <dcterms:modified xsi:type="dcterms:W3CDTF">2026-01-12T06:21:04Z</dcterms:modified>
</cp:coreProperties>
</file>